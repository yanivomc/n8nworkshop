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SESSION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K8s Event Intelligence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Real-time detection · AI enrichment · Controlled remediation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331720"/>
            <a:ext cx="2651760" cy="1188720"/>
          </a:xfrm>
          <a:prstGeom prst="roundRect">
            <a:avLst>
              <a:gd fmla="val 6154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48640" y="24231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&lt;1s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294436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Detection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355848" y="2331720"/>
            <a:ext cx="2651760" cy="1188720"/>
          </a:xfrm>
          <a:prstGeom prst="roundRect">
            <a:avLst>
              <a:gd fmla="val 6154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447288" y="24231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F9F27"/>
                </a:solidFill>
                <a:latin typeface="Calibri"/>
                <a:ea typeface="Calibri"/>
                <a:cs typeface="Calibri"/>
                <a:sym typeface="Calibri"/>
              </a:rPr>
              <a:t>vs 25s+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447288" y="294436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Prometheus scrape delay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254496" y="2331720"/>
            <a:ext cx="2651760" cy="1188720"/>
          </a:xfrm>
          <a:prstGeom prst="roundRect">
            <a:avLst>
              <a:gd fmla="val 6154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345936" y="24231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 blind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actions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345936" y="294436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Human always in the loop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n8n for Advanced DevOps Automation · Radware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24B4A"/>
                </a:solidFill>
                <a:latin typeface="Consolas"/>
                <a:ea typeface="Consolas"/>
                <a:cs typeface="Consolas"/>
                <a:sym typeface="Consolas"/>
              </a:rPr>
              <a:t>THE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Prometheus Sees It Too Late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pod can crash, recover, and crash again before Prometheus even fires an alert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65760" y="1920240"/>
            <a:ext cx="3931920" cy="2468880"/>
          </a:xfrm>
          <a:prstGeom prst="roundRect">
            <a:avLst>
              <a:gd fmla="val 2963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02920" y="20299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🐌  Prometheus Path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02920" y="2423160"/>
            <a:ext cx="548640" cy="237744"/>
          </a:xfrm>
          <a:prstGeom prst="rect">
            <a:avLst/>
          </a:prstGeom>
          <a:solidFill>
            <a:srgbClr val="E24B4A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02920" y="24231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143000" y="2441448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Pod crashes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02920" y="2779776"/>
            <a:ext cx="548640" cy="23774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02920" y="2779776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+15s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143000" y="279806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9F27"/>
                </a:solidFill>
                <a:latin typeface="Calibri"/>
                <a:ea typeface="Calibri"/>
                <a:cs typeface="Calibri"/>
                <a:sym typeface="Calibri"/>
              </a:rPr>
              <a:t>Prometheus scrapes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02920" y="3136392"/>
            <a:ext cx="548640" cy="23774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502920" y="3136392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+25s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143000" y="315468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9F27"/>
                </a:solidFill>
                <a:latin typeface="Calibri"/>
                <a:ea typeface="Calibri"/>
                <a:cs typeface="Calibri"/>
                <a:sym typeface="Calibri"/>
              </a:rPr>
              <a:t>Alert rule evaluates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02920" y="3493008"/>
            <a:ext cx="548640" cy="23774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02920" y="349300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+35s+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143000" y="3511296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9F27"/>
                </a:solidFill>
                <a:latin typeface="Calibri"/>
                <a:ea typeface="Calibri"/>
                <a:cs typeface="Calibri"/>
                <a:sym typeface="Calibri"/>
              </a:rPr>
              <a:t>Alertmanager fires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02920" y="3849624"/>
            <a:ext cx="548640" cy="23774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02920" y="3849624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+40s+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143000" y="3867912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n8n receives alert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663440" y="1920240"/>
            <a:ext cx="3931920" cy="2468880"/>
          </a:xfrm>
          <a:prstGeom prst="roundRect">
            <a:avLst>
              <a:gd fmla="val 2963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800600" y="20299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⚡  Event-Watcher Path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800600" y="2423160"/>
            <a:ext cx="502920" cy="237744"/>
          </a:xfrm>
          <a:prstGeom prst="rect">
            <a:avLst/>
          </a:prstGeom>
          <a:solidFill>
            <a:srgbClr val="E24B4A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800600" y="242316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394960" y="2441448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Pod crashes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800600" y="2779776"/>
            <a:ext cx="502920" cy="23774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800600" y="2779776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80C18"/>
                </a:solidFill>
                <a:latin typeface="Consolas"/>
                <a:ea typeface="Consolas"/>
                <a:cs typeface="Consolas"/>
                <a:sym typeface="Consolas"/>
              </a:rPr>
              <a:t>&lt;1s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94960" y="279806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K8s API event fires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800600" y="3136392"/>
            <a:ext cx="502920" cy="23774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800600" y="3136392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80C18"/>
                </a:solidFill>
                <a:latin typeface="Consolas"/>
                <a:ea typeface="Consolas"/>
                <a:cs typeface="Consolas"/>
                <a:sym typeface="Consolas"/>
              </a:rPr>
              <a:t>10s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394960" y="315468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Batch window closes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800600" y="3493008"/>
            <a:ext cx="502920" cy="23774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800600" y="3493008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80C18"/>
                </a:solidFill>
                <a:latin typeface="Consolas"/>
                <a:ea typeface="Consolas"/>
                <a:cs typeface="Consolas"/>
                <a:sym typeface="Consolas"/>
              </a:rPr>
              <a:t>11s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394960" y="3511296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n8n S6 triggered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800600" y="3849624"/>
            <a:ext cx="502920" cy="23774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4800600" y="3849624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80C18"/>
                </a:solidFill>
                <a:latin typeface="Consolas"/>
                <a:ea typeface="Consolas"/>
                <a:cs typeface="Consolas"/>
                <a:sym typeface="Consolas"/>
              </a:rPr>
              <a:t>~20s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394960" y="3867912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AI diagnosis in chat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5690" y="0"/>
            <a:ext cx="9144000" cy="51435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Event-Watcher Pipeline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small Python service listens to the K8s API directly — no polling, no delay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04800" y="2011680"/>
            <a:ext cx="1463040" cy="1188720"/>
          </a:xfrm>
          <a:prstGeom prst="roundRect">
            <a:avLst>
              <a:gd fmla="val 6154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304800" y="21031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50520" y="2487168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K8s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Watch Stream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50520" y="29443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events stream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813560" y="2587752"/>
            <a:ext cx="231648" cy="36576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917192" y="2496312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072640" y="2011680"/>
            <a:ext cx="1463040" cy="1188720"/>
          </a:xfrm>
          <a:prstGeom prst="roundRect">
            <a:avLst>
              <a:gd fmla="val 6154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2072640" y="21031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2118360" y="2487168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event-watcher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Python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2118360" y="29443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clawops 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581400" y="2587752"/>
            <a:ext cx="231648" cy="36576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3685032" y="2496312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840480" y="2011680"/>
            <a:ext cx="1463040" cy="1188720"/>
          </a:xfrm>
          <a:prstGeom prst="roundRect">
            <a:avLst>
              <a:gd fmla="val 6154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3840480" y="21031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886200" y="2487168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9F27"/>
                </a:solidFill>
                <a:latin typeface="Calibri"/>
                <a:ea typeface="Calibri"/>
                <a:cs typeface="Calibri"/>
                <a:sym typeface="Calibri"/>
              </a:rPr>
              <a:t>Batch Buffer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9F27"/>
                </a:solidFill>
                <a:latin typeface="Calibri"/>
                <a:ea typeface="Calibri"/>
                <a:cs typeface="Calibri"/>
                <a:sym typeface="Calibri"/>
              </a:rPr>
              <a:t>10s window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886200" y="29443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per deploy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349240" y="2587752"/>
            <a:ext cx="231648" cy="36576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5452872" y="2496312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608320" y="2011680"/>
            <a:ext cx="1463040" cy="1188720"/>
          </a:xfrm>
          <a:prstGeom prst="roundRect">
            <a:avLst>
              <a:gd fmla="val 6154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5608320" y="21031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654040" y="2487168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n8n S6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AI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654040" y="29443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Gemini + MCP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117080" y="2587752"/>
            <a:ext cx="231648" cy="36576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7220712" y="2496312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376160" y="2011680"/>
            <a:ext cx="1463040" cy="1188720"/>
          </a:xfrm>
          <a:prstGeom prst="roundRect">
            <a:avLst>
              <a:gd fmla="val 6154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376160" y="21031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421880" y="2487168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Chat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421880" y="29443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incident 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57200" y="3474720"/>
            <a:ext cx="8229600" cy="594360"/>
          </a:xfrm>
          <a:prstGeom prst="roundRect">
            <a:avLst>
              <a:gd fmla="val 12308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594360" y="354787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Config: 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WATCH_NAMESPACES=workshop  BATCH_WINDOW=10s  COOLDOWN=60s  </a:t>
            </a:r>
            <a:r>
              <a:rPr b="0" i="0" lang="en-US" sz="11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N8N_WEBHOOK_URL=http://n8n.clawops.svc.cluster.local:5678/webhook/k8s-event-s6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THE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Listening to the K8s API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event-watcher/server.py — the core watch loop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" y="1554480"/>
            <a:ext cx="8412480" cy="2743200"/>
          </a:xfrm>
          <a:prstGeom prst="rect">
            <a:avLst/>
          </a:prstGeom>
          <a:solidFill>
            <a:srgbClr val="060A1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57200" y="1645920"/>
            <a:ext cx="8229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0" i="0" lang="en-US" sz="11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kubernetes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import client, watch</a:t>
            </a:r>
            <a:b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watch_namespace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(ns, loop):</a:t>
            </a:r>
            <a:b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100" u="none" cap="none" strike="noStrike">
                <a:solidFill>
                  <a:srgbClr val="EF9F27"/>
                </a:solidFill>
                <a:latin typeface="Consolas"/>
                <a:ea typeface="Consolas"/>
                <a:cs typeface="Consolas"/>
                <a:sym typeface="Consolas"/>
              </a:rPr>
              <a:t>while True</a:t>
            </a:r>
            <a:r>
              <a:rPr b="0" i="0" lang="en-US" sz="11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:                              # auto-reconnect forever</a:t>
            </a:r>
            <a:br>
              <a:rPr b="0" i="0" lang="en-US" sz="11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v1 = client.CoreV1Api()</a:t>
            </a:r>
            <a:b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w  = watch.Watch()</a:t>
            </a:r>
            <a:b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        for </a:t>
            </a:r>
            <a:r>
              <a:rPr b="0" i="0" lang="en-US" sz="11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raw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in w.stream(v1.list_namespaced_event, namespace=ns,</a:t>
            </a:r>
            <a:b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timeout_seconds=0):</a:t>
            </a:r>
            <a:b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    obj    = raw["object"]</a:t>
            </a:r>
            <a:b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    reason = obj.reason or ""</a:t>
            </a:r>
            <a:b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            if reason not in WATCH_REASONS: continue    </a:t>
            </a:r>
            <a:r>
              <a:rPr b="0" i="0" lang="en-US" sz="110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# filter by config</a:t>
            </a:r>
            <a:br>
              <a:rPr b="0" i="0" lang="en-US" sz="110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    ev = build_event(obj)</a:t>
            </a:r>
            <a:br>
              <a:rPr b="0" i="0" lang="en-US" sz="11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            store_event(ev)                           </a:t>
            </a:r>
            <a:r>
              <a:rPr b="0" i="0" lang="en-US" sz="110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# persist to SQLite</a:t>
            </a:r>
            <a:br>
              <a:rPr b="0" i="0" lang="en-US" sz="110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            asyncio.run_coroutine_threadsafe(broadcast(ev), loop)   </a:t>
            </a:r>
            <a:r>
              <a:rPr b="0" i="0" lang="en-US" sz="110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# → SSE</a:t>
            </a:r>
            <a:br>
              <a:rPr b="0" i="0" lang="en-US" sz="110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            asyncio.run_coroutine_threadsafe(forward_to_n8n(ev), loop) </a:t>
            </a:r>
            <a:r>
              <a:rPr b="0" i="0" lang="en-US" sz="110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# → n8n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65760" y="4434840"/>
            <a:ext cx="8412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🔁  while True — restarts the watch stream automatically if K8s disconnects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65760" y="4663440"/>
            <a:ext cx="8412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⚡  timeout_seconds=0 — never stops watching, events stream instantly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65760" y="4892040"/>
            <a:ext cx="8412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📡  broadcast(ev) — pushed to SSE clients (Monitor tab in real-time)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F9F27"/>
                </a:solidFill>
                <a:latin typeface="Consolas"/>
                <a:ea typeface="Consolas"/>
                <a:cs typeface="Consolas"/>
                <a:sym typeface="Consolas"/>
              </a:rPr>
              <a:t>DEDUP &amp; BATCHING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Alert, Not 30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single pod issue fires dozens of events — we must group them intelligently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65760" y="1828800"/>
            <a:ext cx="3931920" cy="2560320"/>
          </a:xfrm>
          <a:prstGeom prst="roundRect">
            <a:avLst>
              <a:gd fmla="val 2857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502920" y="1938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❌  Without batching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48640" y="2304288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4B4A"/>
                </a:solidFill>
                <a:latin typeface="Consolas"/>
                <a:ea typeface="Consolas"/>
                <a:cs typeface="Consolas"/>
                <a:sym typeface="Consolas"/>
              </a:rPr>
              <a:t>BackOff on target-app-abc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48640" y="260604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4B4A"/>
                </a:solidFill>
                <a:latin typeface="Consolas"/>
                <a:ea typeface="Consolas"/>
                <a:cs typeface="Consolas"/>
                <a:sym typeface="Consolas"/>
              </a:rPr>
              <a:t>BackOff on target-app-def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8640" y="2907792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4B4A"/>
                </a:solidFill>
                <a:latin typeface="Consolas"/>
                <a:ea typeface="Consolas"/>
                <a:cs typeface="Consolas"/>
                <a:sym typeface="Consolas"/>
              </a:rPr>
              <a:t>Failed on target-app-abc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48640" y="3209544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4B4A"/>
                </a:solidFill>
                <a:latin typeface="Consolas"/>
                <a:ea typeface="Consolas"/>
                <a:cs typeface="Consolas"/>
                <a:sym typeface="Consolas"/>
              </a:rPr>
              <a:t>BackOff on target-app-ghi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48640" y="3511296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24B4A"/>
                </a:solidFill>
                <a:latin typeface="Consolas"/>
                <a:ea typeface="Consolas"/>
                <a:cs typeface="Consolas"/>
                <a:sym typeface="Consolas"/>
              </a:rPr>
              <a:t>Killing on target-app-abc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48640" y="3813048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... 25 more alerts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389120" y="29260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846320" y="1828800"/>
            <a:ext cx="3931920" cy="2560320"/>
          </a:xfrm>
          <a:prstGeom prst="roundRect">
            <a:avLst>
              <a:gd fmla="val 2857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983480" y="1938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✅  With batching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983480" y="2304288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1. Events arrive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983480" y="2688336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2. Group by deploy key:  workshop:target-app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983480" y="3072384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9F27"/>
                </a:solidFill>
                <a:latin typeface="Calibri"/>
                <a:ea typeface="Calibri"/>
                <a:cs typeface="Calibri"/>
                <a:sym typeface="Calibri"/>
              </a:rPr>
              <a:t>3. 10s batch window → collect ALL 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983480" y="345643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4. 1 payload → n8n  {count:8, reasons:[...]}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983480" y="3840480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5. 60s cooldown → silence repeated alerts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S6 WORKFLOW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n8n Workflow: Stage by Stage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Every node has a purpose — no blind actions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93330" y="1325880"/>
            <a:ext cx="1298448" cy="1371600"/>
          </a:xfrm>
          <a:prstGeom prst="roundRect">
            <a:avLst>
              <a:gd fmla="val 5634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239050" y="1463040"/>
            <a:ext cx="12070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Webhook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39050" y="1984248"/>
            <a:ext cx="12070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POST /webhook/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k8s-event-s6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491778" y="1874520"/>
            <a:ext cx="2390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685109" y="1325880"/>
            <a:ext cx="1298448" cy="1371600"/>
          </a:xfrm>
          <a:prstGeom prst="roundRect">
            <a:avLst>
              <a:gd fmla="val 5634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730829" y="1463040"/>
            <a:ext cx="12070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9F27"/>
                </a:solidFill>
                <a:latin typeface="Calibri"/>
                <a:ea typeface="Calibri"/>
                <a:cs typeface="Calibri"/>
                <a:sym typeface="Calibri"/>
              </a:rPr>
              <a:t>Filter 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9F27"/>
                </a:solidFill>
                <a:latin typeface="Calibri"/>
                <a:ea typeface="Calibri"/>
                <a:cs typeface="Calibri"/>
                <a:sym typeface="Calibri"/>
              </a:rPr>
              <a:t>Dedup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730829" y="1984248"/>
            <a:ext cx="12070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Skip info events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Drop duplicates (5min)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2983557" y="1874520"/>
            <a:ext cx="2390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176887" y="1325880"/>
            <a:ext cx="1298448" cy="1371600"/>
          </a:xfrm>
          <a:prstGeom prst="roundRect">
            <a:avLst>
              <a:gd fmla="val 5634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3222607" y="1463040"/>
            <a:ext cx="12070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Incidents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222607" y="1984248"/>
            <a:ext cx="12070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GET /incidents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from MCP store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475335" y="1874520"/>
            <a:ext cx="2390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668665" y="1325880"/>
            <a:ext cx="1298448" cy="1371600"/>
          </a:xfrm>
          <a:prstGeom prst="roundRect">
            <a:avLst>
              <a:gd fmla="val 5634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714385" y="1463040"/>
            <a:ext cx="12070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9F27"/>
                </a:solidFill>
                <a:latin typeface="Calibri"/>
                <a:ea typeface="Calibri"/>
                <a:cs typeface="Calibri"/>
                <a:sym typeface="Calibri"/>
              </a:rPr>
              <a:t>Already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9F27"/>
                </a:solidFill>
                <a:latin typeface="Calibri"/>
                <a:ea typeface="Calibri"/>
                <a:cs typeface="Calibri"/>
                <a:sym typeface="Calibri"/>
              </a:rPr>
              <a:t>Open?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714385" y="1984248"/>
            <a:ext cx="12070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Match by deploy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across S5 + S6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967113" y="1874520"/>
            <a:ext cx="2390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160443" y="1325880"/>
            <a:ext cx="1298448" cy="1371600"/>
          </a:xfrm>
          <a:prstGeom prst="roundRect">
            <a:avLst>
              <a:gd fmla="val 5634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6206163" y="1463040"/>
            <a:ext cx="12070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K8s Event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206163" y="1984248"/>
            <a:ext cx="12070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Gemini + kubectl_read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+ promql tools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458891" y="1874520"/>
            <a:ext cx="2390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7652222" y="1325880"/>
            <a:ext cx="1298448" cy="1371600"/>
          </a:xfrm>
          <a:prstGeom prst="roundRect">
            <a:avLst>
              <a:gd fmla="val 5634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7697942" y="1463040"/>
            <a:ext cx="12070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Store &amp;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Notify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697942" y="1984248"/>
            <a:ext cx="12070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Save incident key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Post to chat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65760" y="3337560"/>
            <a:ext cx="8412480" cy="1143000"/>
          </a:xfrm>
          <a:prstGeom prst="roundRect">
            <a:avLst>
              <a:gd fmla="val 6400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548640" y="3429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Already Open?  branch logic: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48640" y="368503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9F27"/>
                </a:solidFill>
                <a:latin typeface="Calibri"/>
                <a:ea typeface="Calibri"/>
                <a:cs typeface="Calibri"/>
                <a:sym typeface="Calibri"/>
              </a:rPr>
              <a:t>YES → 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"Still ongoing #key (3 events)" → post to chat → STOP. No AI re-run, no new incident.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NO  →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Full AI investigation → SRE recommendation → store new incident key → post with /approve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AI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K8s Event Agent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Gemini investigates before answering — not a simple alert forwarder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365760" y="1828800"/>
            <a:ext cx="3200400" cy="2743200"/>
          </a:xfrm>
          <a:prstGeom prst="roundRect">
            <a:avLst>
              <a:gd fmla="val 2667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502920" y="19385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🔧  Tools available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02920" y="2331720"/>
            <a:ext cx="2926080" cy="530352"/>
          </a:xfrm>
          <a:prstGeom prst="roundRect">
            <a:avLst>
              <a:gd fmla="val 13793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594360" y="236829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kubectl_read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94360" y="260604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get pods, logs, events, describe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02920" y="2971800"/>
            <a:ext cx="2926080" cy="530352"/>
          </a:xfrm>
          <a:prstGeom prst="roundRect">
            <a:avLst>
              <a:gd fmla="val 13793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594360" y="300837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promql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94360" y="32461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memory, CPU, error rate metrics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02920" y="3611880"/>
            <a:ext cx="2926080" cy="530352"/>
          </a:xfrm>
          <a:prstGeom prst="roundRect">
            <a:avLst>
              <a:gd fmla="val 13793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594360" y="364845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kubectl_write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94360" y="38862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exec, delete, rollout — gated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3840480" y="1828800"/>
            <a:ext cx="4937760" cy="2743200"/>
          </a:xfrm>
          <a:prstGeom prst="roundRect">
            <a:avLst>
              <a:gd fmla="val 2667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3977640" y="193852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🔍  Investigation protocol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977640" y="2340864"/>
            <a:ext cx="228600" cy="228600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3977640" y="234086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279392" y="234086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kubectl get pods -n workshop → check 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977640" y="2743200"/>
            <a:ext cx="228600" cy="228600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3977640" y="27432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279392" y="274320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kubectl logs deployment/&lt;app&gt; → find 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977640" y="3145536"/>
            <a:ext cx="228600" cy="228600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3977640" y="314553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279392" y="31455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kubectl logs -c chaos-loader → is this a chaos test?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3977640" y="3547872"/>
            <a:ext cx="228600" cy="228600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3977640" y="354787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279392" y="354787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kubectl get events → recent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977640" y="3950208"/>
            <a:ext cx="228600" cy="228600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3977640" y="39502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279392" y="395020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promql → memory/CPU if resource issue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24B4A"/>
                </a:solidFill>
                <a:latin typeface="Consolas"/>
                <a:ea typeface="Consolas"/>
                <a:cs typeface="Consolas"/>
                <a:sym typeface="Consolas"/>
              </a:rPr>
              <a:t>CHAOS ENGINEERING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Simulating a Real Incident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chaos-loader sidecar — sustained failure, not a one-shot crash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365760" y="1828800"/>
            <a:ext cx="8412480" cy="1371600"/>
          </a:xfrm>
          <a:prstGeom prst="roundRect">
            <a:avLst>
              <a:gd fmla="val 5333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548640" y="1920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target-app Pod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48640" y="2240280"/>
            <a:ext cx="3474720" cy="777240"/>
          </a:xfrm>
          <a:prstGeom prst="roundRect">
            <a:avLst>
              <a:gd fmla="val 9412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640080" y="2304288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target-app container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port 8080 — FastAPI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572000" y="2240280"/>
            <a:ext cx="3840480" cy="777240"/>
          </a:xfrm>
          <a:prstGeom prst="roundRect">
            <a:avLst>
              <a:gd fmla="val 9412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4663440" y="2304288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chaos-loader sidecar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port 8003 — ALWAYS ALIVE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114800" y="2423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F9F27"/>
                </a:solidFill>
                <a:latin typeface="Consolas"/>
                <a:ea typeface="Consolas"/>
                <a:cs typeface="Consolas"/>
                <a:sym typeface="Consolas"/>
              </a:rPr>
              <a:t>←  POST /chaos/error-loop every 15s 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365760" y="3383280"/>
            <a:ext cx="8412480" cy="1554480"/>
          </a:xfrm>
          <a:prstGeom prst="roundRect">
            <a:avLst>
              <a:gd fmla="val 4706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548640" y="34930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What happens when you click  ⬡ K8s Event Demo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548640" y="3813048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chaos-loader starts POSTing to /chaos/error-loop every 15s</a:t>
            </a:r>
            <a:b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/tmp/.unhealthy file created → ALL health checks return 500 (shared across workers)</a:t>
            </a:r>
            <a:b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K8s liveness probe fails ×3 (45s) → container killed → sidecar SURVIVES → cycle repeats</a:t>
            </a:r>
            <a:b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EF9F27"/>
                </a:solidFill>
                <a:latin typeface="Calibri"/>
                <a:ea typeface="Calibri"/>
                <a:cs typeface="Calibri"/>
                <a:sym typeface="Calibri"/>
              </a:rPr>
              <a:t>STOP: </a:t>
            </a: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STOP ALL button → calls chaos-loader /stop FIRST → removes flag → pod stabilises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NEW DASHBOARD TAB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⬡ Monitor — Real-Time Cluster View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See events flowing in &lt;1 second as your chaos test runs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365760" y="1920240"/>
            <a:ext cx="4114800" cy="1325880"/>
          </a:xfrm>
          <a:prstGeom prst="roundRect">
            <a:avLst>
              <a:gd fmla="val 5517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502920" y="202996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🗺️  Pod Topology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502920" y="237744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Grouped by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Click to inspect containers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Color: running / pending / failed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754880" y="1920240"/>
            <a:ext cx="4114800" cy="1325880"/>
          </a:xfrm>
          <a:prstGeom prst="roundRect">
            <a:avLst>
              <a:gd fmla="val 5517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4892040" y="202996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⚡  Live K8s Events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892040" y="237744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SSE stream from event-watcher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Historical events pre-loaded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Filters by deployment chip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365760" y="3383280"/>
            <a:ext cx="4114800" cy="1325880"/>
          </a:xfrm>
          <a:prstGeom prst="roundRect">
            <a:avLst>
              <a:gd fmla="val 5517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502920" y="349300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9F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F9F27"/>
                </a:solidFill>
                <a:latin typeface="Calibri"/>
                <a:ea typeface="Calibri"/>
                <a:cs typeface="Calibri"/>
                <a:sym typeface="Calibri"/>
              </a:rPr>
              <a:t>📊  Lifecycle Timeline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02920" y="384048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Scheduled → Pulled → Started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Synthesised from pod metadata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Shows OOMKill / Killing in 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754880" y="3383280"/>
            <a:ext cx="4114800" cy="1325880"/>
          </a:xfrm>
          <a:prstGeom prst="roundRect">
            <a:avLst>
              <a:gd fmla="val 5517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4892040" y="349300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📈  Stats Bar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4892040" y="384048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Running pods /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Events caught / 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&lt;1s detect time vs Prometheus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LIVE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Walkthrough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What you should see — step by step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365760" y="1874520"/>
            <a:ext cx="320040" cy="320040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365760" y="18745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822960" y="186537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Click  ⬡ K8s Event Demo  on the Dashboard tab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822960" y="2139696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Shows in LAST API RESPONSE: {"status":"started","mode":"error"}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365760" y="2532888"/>
            <a:ext cx="320040" cy="320040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365760" y="25328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822960" y="252374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Switch to  ⬡ MONITOR  tab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822960" y="279806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Watch the Live K8s Events panel — Unhealthy and Killing events appear in &lt;1s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365760" y="3191256"/>
            <a:ext cx="320040" cy="320040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365760" y="319125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822960" y="318211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Switch to  💬 CHAT  tab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822960" y="345643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After ~20s: AI message appears with pod logs analysis and SRE recommendation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365760" y="3849624"/>
            <a:ext cx="320040" cy="320040"/>
          </a:xfrm>
          <a:prstGeom prst="ellipse">
            <a:avLst/>
          </a:prstGeom>
          <a:solidFill>
            <a:srgbClr val="EF9F27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365760" y="384962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822960" y="38404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 the AI diagnosis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822960" y="411480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It identifies: chaos test vs real outage — cites chaos-loader sidecar logs as evidence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365760" y="4507992"/>
            <a:ext cx="320040" cy="320040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80C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365760" y="450799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822960" y="44988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 or Stop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822960" y="477316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Type /approve &lt;totp&gt; &lt;key&gt;  OR  click STOP ALL to end the chaos scenario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KEY PRINCIPLES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S6 Teaches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Engineering concepts behind every decision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365760" y="1874520"/>
            <a:ext cx="2621280" cy="1234440"/>
          </a:xfrm>
          <a:prstGeom prst="roundRect">
            <a:avLst>
              <a:gd fmla="val 5926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475488" y="1984248"/>
            <a:ext cx="243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⚡ React to signals, not schedules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475488" y="2313432"/>
            <a:ext cx="2438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K8s Watch API is push-based — no polling, no cron, no delay. The event stream is the source of truth.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3169920" y="1874520"/>
            <a:ext cx="2621280" cy="1234440"/>
          </a:xfrm>
          <a:prstGeom prst="roundRect">
            <a:avLst>
              <a:gd fmla="val 5926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3279648" y="1984248"/>
            <a:ext cx="243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🧹 Deduplicate at the right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3279648" y="2313432"/>
            <a:ext cx="2438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30 pod events → 1 batch per deployment. Cooldown prevents alert storms. Deploy-keyed, not pod-keyed (pods change, deployments don't).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5974080" y="1874520"/>
            <a:ext cx="2621280" cy="1234440"/>
          </a:xfrm>
          <a:prstGeom prst="roundRect">
            <a:avLst>
              <a:gd fmla="val 5926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6083808" y="1984248"/>
            <a:ext cx="243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🔗 Correlate across sources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6083808" y="2313432"/>
            <a:ext cx="2438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S5 (Prometheus) and S6 (K8s events) share the same incident store. Same deployment → same incident key, not two separate pages.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365760" y="3291840"/>
            <a:ext cx="2621280" cy="1234440"/>
          </a:xfrm>
          <a:prstGeom prst="roundRect">
            <a:avLst>
              <a:gd fmla="val 5926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475488" y="3401568"/>
            <a:ext cx="243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🔍 Investigate before acting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75488" y="3730752"/>
            <a:ext cx="2438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AI always pulls pod logs + sidecar logs first. Distinguishes chaos tests from real outages before recommending action.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3169920" y="3291840"/>
            <a:ext cx="2621280" cy="1234440"/>
          </a:xfrm>
          <a:prstGeom prst="roundRect">
            <a:avLst>
              <a:gd fmla="val 5926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3279648" y="3401568"/>
            <a:ext cx="243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🔐 Human always in the 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3279648" y="3730752"/>
            <a:ext cx="2438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SRE_ACTION generates an incident key. Nothing executes until someone types /approve &lt;totp&gt; &lt;key&gt;. Automation with accountability.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5974080" y="3291840"/>
            <a:ext cx="2621280" cy="1234440"/>
          </a:xfrm>
          <a:prstGeom prst="roundRect">
            <a:avLst>
              <a:gd fmla="val 5926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6083808" y="3401568"/>
            <a:ext cx="243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🏗️ Resilient by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6083808" y="3730752"/>
            <a:ext cx="2438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Sidecar survives pod restarts. Watch thread auto-reconnects. Stop always works even when the app is crashing.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WHAT'S NEXT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457200" y="658368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 </a:t>
            </a: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S8 JWT Security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457200" y="181051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Securing n8n webhooks · JWT tokens · Event-watcher signs every request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365760" y="2331720"/>
            <a:ext cx="8412480" cy="2560320"/>
          </a:xfrm>
          <a:prstGeom prst="roundRect">
            <a:avLst>
              <a:gd fmla="val 2857" name="adj"/>
            </a:avLst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548640" y="2423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Session 6 Recap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548640" y="2761488"/>
            <a:ext cx="8229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⚡  K8s Watch API — real-time, &lt;1s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📦  Batch + cooldown — 30 events → 1 alert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🔗  Cross-source incident correlation (S5 + S6)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🤖  AI that reads logs before it speaks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🔐  Approval gate — automation with accountability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⬡  Monitor tab — live topology + event stream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