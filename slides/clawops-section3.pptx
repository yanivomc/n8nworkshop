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64" r:id="rId14"/>
    <p:sldId id="258" r:id="rId7"/>
    <p:sldId id="259" r:id="rId8"/>
    <p:sldId id="260" r:id="rId9"/>
    <p:sldId id="265" r:id="rId15"/>
    <p:sldId id="266" r:id="rId16"/>
    <p:sldId id="261" r:id="rId10"/>
    <p:sldId id="267" r:id="rId17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ykngVXI941juzamzIGmNZ0vmM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customschemas.google.com/relationships/presentationmetadata" Target="metadata"/><Relationship Id="rId14" Type="http://schemas.openxmlformats.org/officeDocument/2006/relationships/slide" Target="slides/slide3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Alert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274320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325880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🔊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Too Noisy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4048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fires on every threshold breach. 200+ alerts per night. Engineers stop reading them. Signal is lost in noise.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72968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172968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172968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72968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Too Late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82696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fires 25 seconds after the issue starts (scrape + for: window). The pod has already crashed and restarted.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071616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071616" y="1325880"/>
            <a:ext cx="2651760" cy="7315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071616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71616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No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181344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says: "CPU high on pod X". It doesn't say WHY. Is it a chaos test? A memory leak? A traffic spike? Unknown.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274320" y="3749040"/>
            <a:ext cx="73152" cy="118872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57200" y="37947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WHAT WE WANT INSTEAD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fires  →  </a:t>
            </a: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 investigates  </a:t>
            </a: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 correlates signals  →  </a:t>
            </a:r>
            <a:r>
              <a:rPr b="1" i="0" lang="en-US" sz="12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forms hypothesis  </a:t>
            </a: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recommends action  </a:t>
            </a: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  engineer approves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alert is just a signal. n8n + Gemini turns it into an investigation.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Chaos Scenarios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274320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1298448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⚡ CPU Spike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84048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/chaos/cpu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4048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target_chaos_cpu_active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72968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172968" y="1298448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82696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💾 Memory Leak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82696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/chaos/memory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82696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target_chaos_memory_active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target_chaos_memory_bytes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71616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71616" y="1298448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181344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💥 Error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81344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4 —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/chaos/error-rate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81344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target_chaos_error_active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target_chaos_error_rate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274320" y="3172968"/>
            <a:ext cx="4251960" cy="73152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840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🐢 High Latency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840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4 —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840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target_chaos_latency_active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target_chaos_latency_ms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6177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617720" y="3172968"/>
            <a:ext cx="425196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274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💀 Crash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7274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/chaos/crash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274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kube_pod_container_status_restarts_total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scenarios inject REAL resource pressure. target_chaos_* metrics confirm active state. Dashboard has one-click triggers for each.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45" name="Google Shape;4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From Metric to Webhook — the Alert Path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274320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1298448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⏱ 1 · Rule fires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84048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Prometheus alert rule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target_chaos_cpu_active == 1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4048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for: 10s  ·  label workshop="true"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72968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172968" y="1298448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82696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📨 2 · Alertmanager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82696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Group &amp; wait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group_by: alertname, ns, pod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82696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group_wait: 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71616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71616" y="1298448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181344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🔀 3 · Route 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81344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Matcher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workshop = "true"  ?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81344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yes → n8n  ·  no → drop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274320" y="3172968"/>
            <a:ext cx="4251960" cy="73152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840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🎯 4 · n8n 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840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receiver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POST /webhook/prometheus-alert-s5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840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starts the S5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6177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617720" y="3172968"/>
            <a:ext cx="425196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274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🗑 5 · Everything else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7274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null-receiver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KubeProxyDown, scheduler, etcd…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274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dropped — never reaches n8n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Only workshop="true" alerts reach n8n. kops control-plane alerts (scheduler, proxy, etcd) fire constantly but match null-receiver and are dropped — that is why /prometheus/alerts looks busy while S5 stays quiet.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S5 Alert Intelligence — Pipeline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82880" y="1371600"/>
            <a:ext cx="100584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82880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82880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82880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Webhook trigger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188720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252728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252728" y="1371600"/>
            <a:ext cx="1005840" cy="54864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252728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252728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Dedup Filter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252728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10-min window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258568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322576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322576" y="1371600"/>
            <a:ext cx="100584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322576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22576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Set Prom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322576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Derive Prom base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328416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392424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392424" y="1371600"/>
            <a:ext cx="100584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392424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392424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+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392424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Plan the queries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398264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462272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462272" y="1371600"/>
            <a:ext cx="1005840" cy="54864"/>
          </a:xfrm>
          <a:prstGeom prst="rect">
            <a:avLst/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462272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462272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Worth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Escalating?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462272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firing → 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68112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532120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532120" y="1371600"/>
            <a:ext cx="100584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532120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532120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(Gemini)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532120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SRE investigation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537960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601968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601968" y="1371600"/>
            <a:ext cx="100584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601968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601968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601968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MCP → SQLite → key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607808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671816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671816" y="1371600"/>
            <a:ext cx="100584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671816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671816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Send 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671816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Chat + /approve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01168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01168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271016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1271016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340864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2340864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410712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410712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4480560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4480560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550408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5550408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620256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620256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690104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690104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82880" y="3097176"/>
            <a:ext cx="1005900" cy="27420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182880" y="3108555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Alertmanager POST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138160" y="3017520"/>
            <a:ext cx="822960" cy="27432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138160" y="3017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Dashboard chat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4206240" y="2788920"/>
            <a:ext cx="0" cy="822960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2" name="Google Shape;162;p3"/>
          <p:cNvSpPr/>
          <p:nvPr/>
        </p:nvSpPr>
        <p:spPr>
          <a:xfrm>
            <a:off x="3840480" y="35824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resolved → Log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82880" y="4251960"/>
            <a:ext cx="1645920" cy="640080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22860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Real in-cluster POST from Alertmanager (workshop=true route)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657600" y="4251960"/>
            <a:ext cx="1645920" cy="640080"/>
          </a:xfrm>
          <a:prstGeom prst="rect">
            <a:avLst/>
          </a:prstGeom>
          <a:solidFill>
            <a:srgbClr val="7B2FFF">
              <a:alpha val="12156"/>
            </a:srgbClr>
          </a:solidFill>
          <a:ln cap="flat" cmpd="sng" w="12700">
            <a:solidFill>
              <a:srgbClr val="7B2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370332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firing → AI investigation · resolved → logged &amp; skipped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7132320" y="4251960"/>
            <a:ext cx="1645920" cy="640080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17804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4-char key (e.g. k42a) stored in SQLite for approval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S5: Nodes 1–4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27432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 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3152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Trigger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>
            <a:off x="73152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4"/>
          <p:cNvSpPr/>
          <p:nvPr/>
        </p:nvSpPr>
        <p:spPr>
          <a:xfrm>
            <a:off x="73152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17043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Alertmanager needs a destination for fired alerts. In-cluster it POSTs straight to n8n's webhook Service — no tunnel, no ngrok.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73152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17043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/webhook/prometheus-alert-s5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Payload: alerts[], commonLabels, groupLabels,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777250" y="2646962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⚡ Contains generatorURL → Prometheus base 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Contains startsAt → alert duration calculation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470916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solidFill>
            <a:srgbClr val="FFD700">
              <a:alpha val="21960"/>
            </a:srgbClr>
          </a:solidFill>
          <a:ln cap="flat" cmpd="sng" w="12700">
            <a:solidFill>
              <a:srgbClr val="FFD700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516636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Dedup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16636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4"/>
          <p:cNvCxnSpPr/>
          <p:nvPr/>
        </p:nvCxnSpPr>
        <p:spPr>
          <a:xfrm>
            <a:off x="516636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4"/>
          <p:cNvSpPr/>
          <p:nvPr/>
        </p:nvSpPr>
        <p:spPr>
          <a:xfrm>
            <a:off x="516636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560527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Same alert fires every minute while active. Without dedup, Gemini runs 60 times per hour on the same issue.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516636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60527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Key = alertname:namespace:status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$getWorkflowStaticData stores last-seen timestamp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10-minute suppression window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166360" y="2642616"/>
            <a:ext cx="3566160" cy="256032"/>
          </a:xfrm>
          <a:prstGeom prst="rect">
            <a:avLst/>
          </a:prstGeom>
          <a:solidFill>
            <a:srgbClr val="FFD700">
              <a:alpha val="12156"/>
            </a:srgbClr>
          </a:solidFill>
          <a:ln cap="flat" cmpd="sng" w="12700">
            <a:solidFill>
              <a:srgbClr val="FFD70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521208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⚡ run_id label bypasses dedup in testing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Key includes status — firing &amp; resolved stay separate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27432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Set Prom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73152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4"/>
          <p:cNvCxnSpPr/>
          <p:nvPr/>
        </p:nvCxnSpPr>
        <p:spPr>
          <a:xfrm>
            <a:off x="73152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4"/>
          <p:cNvSpPr/>
          <p:nvPr/>
        </p:nvSpPr>
        <p:spPr>
          <a:xfrm>
            <a:off x="73152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117043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promql tool needs Prometheus's base URL. We derive it from the alert itself, so it works in any cluster.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73152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117043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Splits the alert's generatorURL on /graph → Prom 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Falls back to the in-cluster prometheus 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Passes alert + body through to the next node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31520" y="4471416"/>
            <a:ext cx="3566160" cy="256032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77724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⚡ generatorURL is set from Prometheus' externalUrl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One expression — no hardcoded cluster 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470916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solidFill>
            <a:srgbClr val="7B2FFF">
              <a:alpha val="21960"/>
            </a:srgbClr>
          </a:solidFill>
          <a:ln cap="flat" cmpd="sng" w="12700">
            <a:solidFill>
              <a:srgbClr val="7B2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16636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Brief + Signal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16636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4"/>
          <p:cNvCxnSpPr/>
          <p:nvPr/>
        </p:nvCxnSpPr>
        <p:spPr>
          <a:xfrm>
            <a:off x="516636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4"/>
          <p:cNvSpPr/>
          <p:nvPr/>
        </p:nvSpPr>
        <p:spPr>
          <a:xfrm>
            <a:off x="516636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60527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raw alert is noisy. We extract what matters AND build a PromQL query PLAN — the exact checks worth running for this alert.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16636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60527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Maps alertname → signal plan (queries, NOT values)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Sets the gate: firing → HIGH, resolved → 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 brief + signals + durationStr</a:t>
            </a:r>
          </a:p>
        </p:txBody>
      </p:sp>
      <p:sp>
        <p:nvSpPr>
          <p:cNvPr id="224" name="Google Shape;224;p4"/>
          <p:cNvSpPr/>
          <p:nvPr/>
        </p:nvSpPr>
        <p:spPr>
          <a:xfrm>
            <a:off x="5166360" y="4471416"/>
            <a:ext cx="3566160" cy="256032"/>
          </a:xfrm>
          <a:prstGeom prst="rect">
            <a:avLst/>
          </a:prstGeom>
          <a:solidFill>
            <a:srgbClr val="7B2FFF">
              <a:alpha val="12156"/>
            </a:srgbClr>
          </a:solidFill>
          <a:ln cap="flat" cmpd="sng" w="12700">
            <a:solidFill>
              <a:srgbClr val="7B2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21208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⚡ Code nodes can't call Prometheus — so we PLAN here,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and the AI RUNS the queries live via its promql tool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S5: Nodes 5–8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5"/>
          <p:cNvSpPr/>
          <p:nvPr/>
        </p:nvSpPr>
        <p:spPr>
          <a:xfrm>
            <a:off x="27432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solidFill>
            <a:srgbClr val="8892A4">
              <a:alpha val="21960"/>
            </a:srgbClr>
          </a:solidFill>
          <a:ln cap="flat" cmpd="sng" w="12700">
            <a:solidFill>
              <a:srgbClr val="8892A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Worth Escalating?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3152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IF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>
            <a:off x="73152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5"/>
          <p:cNvSpPr/>
          <p:nvPr/>
        </p:nvSpPr>
        <p:spPr>
          <a:xfrm>
            <a:off x="73152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17043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Not every notification deserves an AI investigation. A 'resolved' alert means the problem already cleared — don't spend Gemini on 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73152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117043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firing → HIGH → true branch → AI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resolved → LOW → false branch → Log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Driven by the alert's real status, not a stub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solidFill>
            <a:srgbClr val="8892A4">
              <a:alpha val="12156"/>
            </a:srgbClr>
          </a:solidFill>
          <a:ln cap="flat" cmpd="sng" w="12700">
            <a:solidFill>
              <a:srgbClr val="8892A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7724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⚡ Only FIRING alerts create an incident + chat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Resolved notifications are logged and skipped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70916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16636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 (Gemini)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16636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AI Agent Node + Tools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5"/>
          <p:cNvCxnSpPr/>
          <p:nvPr/>
        </p:nvCxnSpPr>
        <p:spPr>
          <a:xfrm>
            <a:off x="516636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5"/>
          <p:cNvSpPr/>
          <p:nvPr/>
        </p:nvSpPr>
        <p:spPr>
          <a:xfrm>
            <a:off x="516636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60527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Context-aware SRE investigation. Gemini uses real tools to verify signals before drawing conclusions.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16636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60527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System prompt: layer-by-layer SRE 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Tools: kubectl_read + promql (MCP server)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Outputs: Hypothesis trail, Root cause, Confidence, SRE_ACTION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166360" y="2642616"/>
            <a:ext cx="3566160" cy="256032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521208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Exact metric names in prompt prevent wrong queries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Treats chaos scenarios as REAL production incidents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Single mandatory: SRE_ACTION: kubectl &lt;command&gt;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27432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Store Incident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73152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5"/>
          <p:cNvCxnSpPr/>
          <p:nvPr/>
        </p:nvCxnSpPr>
        <p:spPr>
          <a:xfrm>
            <a:off x="73152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5"/>
          <p:cNvSpPr/>
          <p:nvPr/>
        </p:nvSpPr>
        <p:spPr>
          <a:xfrm>
            <a:off x="73152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117043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needs to know WHICH command to execute on approval. Shared state between S5 and S4 via MCP SQLite.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73152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117043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http://mcp-server:8000/incidents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Body: {alertname, namespace, pod, command (stripped of "kubectl ")}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Returns: {key: "k42a", status: "pending"}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731520" y="4471416"/>
            <a:ext cx="3566160" cy="256032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77724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⚡ Must strip "kubectl " prefix — MCP expects subcommand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HTTP Request node (not Code node) — sandbox would block 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70916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solidFill>
            <a:srgbClr val="26A5E4">
              <a:alpha val="21960"/>
            </a:srgbClr>
          </a:solidFill>
          <a:ln cap="flat" cmpd="sng" w="12700">
            <a:solidFill>
              <a:srgbClr val="26A5E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16636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Send to Dashboard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516636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5"/>
          <p:cNvCxnSpPr/>
          <p:nvPr/>
        </p:nvCxnSpPr>
        <p:spPr>
          <a:xfrm>
            <a:off x="516636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5"/>
          <p:cNvSpPr/>
          <p:nvPr/>
        </p:nvSpPr>
        <p:spPr>
          <a:xfrm>
            <a:off x="516636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60527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Engineers watch the dashboard CHAT tab in real time. The AI's full assessment + the approval prompt land there instantly.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516636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60527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clawops-dashboard…/api/chat/send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Body: role=agent, content = AI output + /approve 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meta = incident key (links the approval back)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166360" y="4471416"/>
            <a:ext cx="3566160" cy="256032"/>
          </a:xfrm>
          <a:prstGeom prst="rect">
            <a:avLst/>
          </a:prstGeom>
          <a:solidFill>
            <a:srgbClr val="26A5E4">
              <a:alpha val="12156"/>
            </a:srgbClr>
          </a:solidFill>
          <a:ln cap="flat" cmpd="sng" w="12700">
            <a:solidFill>
              <a:srgbClr val="26A5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521208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⚡ No Telegram — the dashboard IS the console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💬 /approve &lt;totp&gt; &lt;key&gt; → S4 validates + executes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Broadcast to every browser via SSE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SRE Methodology Prompt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6"/>
          <p:cNvSpPr/>
          <p:nvPr/>
        </p:nvSpPr>
        <p:spPr>
          <a:xfrm>
            <a:off x="274320" y="1298448"/>
            <a:ext cx="347472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274320" y="1298448"/>
            <a:ext cx="347472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274320" y="129844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🧱  5 INVESTIGATION 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1480" y="1828800"/>
            <a:ext cx="320040" cy="438912"/>
          </a:xfrm>
          <a:prstGeom prst="rect">
            <a:avLst/>
          </a:prstGeom>
          <a:solidFill>
            <a:srgbClr val="FF4444">
              <a:alpha val="30196"/>
            </a:srgbClr>
          </a:solidFill>
          <a:ln cap="flat" cmpd="sng" w="12700">
            <a:solidFill>
              <a:srgbClr val="FF444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411480" y="1828800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804672" y="18470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TRAFFIC INGRESS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804672" y="20482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LB, Service, Ingress, endpoints — can traffic reach the app?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11480" y="2432304"/>
            <a:ext cx="320040" cy="438912"/>
          </a:xfrm>
          <a:prstGeom prst="rect">
            <a:avLst/>
          </a:prstGeom>
          <a:solidFill>
            <a:srgbClr val="FF6B35">
              <a:alpha val="30196"/>
            </a:srgbClr>
          </a:solidFill>
          <a:ln cap="flat" cmpd="sng" w="12700">
            <a:solidFill>
              <a:srgbClr val="FF6B3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411480" y="2432304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804672" y="24505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04672" y="265176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Pod state, node assignment, resource availability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11480" y="3035808"/>
            <a:ext cx="320040" cy="438912"/>
          </a:xfrm>
          <a:prstGeom prst="rect">
            <a:avLst/>
          </a:prstGeom>
          <a:solidFill>
            <a:srgbClr val="FFD700">
              <a:alpha val="30196"/>
            </a:srgbClr>
          </a:solidFill>
          <a:ln cap="flat" cmpd="sng" w="12700">
            <a:solidFill>
              <a:srgbClr val="FFD7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411480" y="3035808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804672" y="305409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804672" y="325526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CPU/memory limits, restarts, OOMKill, throttling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11480" y="3639312"/>
            <a:ext cx="320040" cy="438912"/>
          </a:xfrm>
          <a:prstGeom prst="rect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11480" y="3639312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804672" y="3657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804672" y="385876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Error rate, latency, HTTP status codes inside the pod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11480" y="4242816"/>
            <a:ext cx="320040" cy="438912"/>
          </a:xfrm>
          <a:prstGeom prst="rect">
            <a:avLst/>
          </a:prstGeom>
          <a:solidFill>
            <a:srgbClr val="7B2FFF">
              <a:alpha val="30196"/>
            </a:srgbClr>
          </a:solidFill>
          <a:ln cap="flat" cmpd="sng" w="12700">
            <a:solidFill>
              <a:srgbClr val="7B2F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411480" y="4242816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804672" y="4261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804672" y="44622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ConfigMaps, secrets, PVCs, downstream APIs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023360" y="1298448"/>
            <a:ext cx="4846320" cy="36118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023360" y="1298448"/>
            <a:ext cx="484632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4023360" y="1298448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INVESTIGATION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160520" y="18470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 — ORIENT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97680" y="2121408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4343400" y="212140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kubectl get all -n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297680" y="2368296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4343400" y="236829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kubectl get events -n workshop --sort-by=.lastTimestamp | tail -20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297680" y="2615184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4343400" y="2615184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promql: target_chaos_* broad scan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160520" y="293522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Step 2 — HYPOTHESIZE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297680" y="3209544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343400" y="3209544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For each hypothesis: "What call CONFIRMS or ELIMINATES this?"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297680" y="3456432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4343400" y="345643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Run it. Update hypothesis. Repeat.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297680" y="3703320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4343400" y="370332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Do not run calls that don't change your understanding.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160520" y="40233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Step 3 — OWNERSHIP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297680" y="4297680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4343400" y="429768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Deployment exists → kubectl rollout restart deployment/&lt;n&gt;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97680" y="4544568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4343400" y="454456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No controller → kubectl delete pod &lt;n&gt; ⚠️ destructive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4297680" y="4791456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4343400" y="479145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Output: SRE_ACTION: kubectl &lt;exact command&gt;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00C896">
              <a:alpha val="7843"/>
            </a:srgbClr>
          </a:solidFill>
          <a:ln cap="flat" cmpd="sng" w="12700">
            <a:solidFill>
              <a:srgbClr val="00C89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3566160" y="1005840"/>
            <a:ext cx="2011680" cy="2011680"/>
          </a:xfrm>
          <a:prstGeom prst="ellipse">
            <a:avLst/>
          </a:prstGeom>
          <a:solidFill>
            <a:srgbClr val="00C896">
              <a:alpha val="14901"/>
            </a:srgbClr>
          </a:solidFill>
          <a:ln cap="flat" cmpd="sng" w="12700">
            <a:solidFill>
              <a:srgbClr val="00C89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3200400" y="21488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274320" y="749808"/>
            <a:ext cx="2743200" cy="38404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274320" y="8046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11480" y="1225296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411480" y="12252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749808" y="12070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→ click CPU Sustained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749808" y="146304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 cores, 300 seconds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411480" y="1755648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411480" y="17556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749808" y="1737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Wait ~25 seconds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749808" y="199339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scrape + alert for: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411480" y="2286000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411480" y="2286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749808" y="22677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 fires S5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749808" y="2523744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Payload arrives at n8n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411480" y="2816352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411480" y="28163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749808" y="279806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 n8n execution in real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49808" y="305409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See each node light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11480" y="3346704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411480" y="33467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749808" y="332841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chat message arrives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749808" y="35844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#key, hypothesis trail, SRE_ACTION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11480" y="3877056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411480" y="3877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749808" y="38587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Examine the execution trace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749808" y="411480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Gemini's tool calls + reasoning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126480" y="749808"/>
            <a:ext cx="2743200" cy="38404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6126480" y="8046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6236208" y="124358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6656832" y="1225296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promql tool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target_chaos_cpu_active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6236208" y="1773936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6656832" y="1755648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kubectl_read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get pods -n workshop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6236208" y="2304288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6656832" y="228600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Gemini's hypothesis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[CONFIRMED] / [ELIMINATED]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6236208" y="28346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6656832" y="2816352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Confidence: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(2+ signals confirmed)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6236208" y="336499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6656832" y="3346704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SRE_ACTION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rollout restart...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236208" y="389534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6656832" y="3877056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Incident key #k42a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in SQLite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411480" y="455371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nsolas"/>
              </a:rPr>
              <a:t>▶  Replay it live — open ◆ ARCHITECTURE → the Incident Lifecycle tab to watch this exact flow animated, node by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Reading the S5 Output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8"/>
          <p:cNvSpPr/>
          <p:nvPr/>
        </p:nvSpPr>
        <p:spPr>
          <a:xfrm>
            <a:off x="274320" y="1298448"/>
            <a:ext cx="4114800" cy="36118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💬 Dashboard Chat — CHAT tab · role: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41148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🚨 TargetAppCPUStress detected!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411480" y="1929384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━━━━━━━━━━━━━━━━━━━━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411480" y="2137867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target-app-xyz /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411480" y="2360981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🏷 TargetAppCPUStress — 🔥 FIRING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11480" y="2584094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Duration: 4m 12s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11480" y="2807208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🔍 Confidence: 🔴 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411480" y="2994151"/>
            <a:ext cx="3840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🧠 AI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411480" y="3308299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[CONFIRMED] target_chaos_cpu_active=1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[CONFIRMED] CPU usage 0.68 cores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[ELIMINATED] No restarts, no scheduling issues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Layer 3 — RUNTIME: CPU pressure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411480" y="3639923"/>
            <a:ext cx="3840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Recommended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411480" y="3851657"/>
            <a:ext cx="3840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kubectl rollout restart deployment/target-app -n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411480" y="4058107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🔐 To approve: /approve &lt;totp&gt; k42a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411480" y="4281221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━━━━━━━━━━━━━━━━━━━━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411480" y="4489704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🕐 2026-04-12 14:47:06 UTC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8"/>
          <p:cNvCxnSpPr/>
          <p:nvPr/>
        </p:nvCxnSpPr>
        <p:spPr>
          <a:xfrm>
            <a:off x="4389120" y="1627632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FFD7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16" name="Google Shape;416;p8"/>
          <p:cNvSpPr/>
          <p:nvPr/>
        </p:nvSpPr>
        <p:spPr>
          <a:xfrm>
            <a:off x="4754880" y="1536192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4846320" y="155448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846320" y="1792224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4-char unique ID (k42a)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Links S5 alert → S4 execution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in SQLite with kubectl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8"/>
          <p:cNvCxnSpPr/>
          <p:nvPr/>
        </p:nvCxnSpPr>
        <p:spPr>
          <a:xfrm>
            <a:off x="4389120" y="22402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C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0" name="Google Shape;420;p8"/>
          <p:cNvSpPr/>
          <p:nvPr/>
        </p:nvSpPr>
        <p:spPr>
          <a:xfrm>
            <a:off x="4754880" y="214884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4846320" y="216712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Confidence Badge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4846320" y="240487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HIGH = 2+ independent signals confirmed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MEDIUM = 1 signal, no contradicting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LOW = ambiguous (usually filtered)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8"/>
          <p:cNvCxnSpPr/>
          <p:nvPr/>
        </p:nvCxnSpPr>
        <p:spPr>
          <a:xfrm>
            <a:off x="4389120" y="29718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4" name="Google Shape;424;p8"/>
          <p:cNvSpPr/>
          <p:nvPr/>
        </p:nvSpPr>
        <p:spPr>
          <a:xfrm>
            <a:off x="4754880" y="288036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4846320" y="289864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Hypothesis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846320" y="313639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[CONFIRMED] = tool call verified the signal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[ELIMINATED] = ruled out as root cause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Shows students HOW Gemini reasons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8"/>
          <p:cNvCxnSpPr/>
          <p:nvPr/>
        </p:nvCxnSpPr>
        <p:spPr>
          <a:xfrm>
            <a:off x="4389120" y="379476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FF6B3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8" name="Google Shape;428;p8"/>
          <p:cNvSpPr/>
          <p:nvPr/>
        </p:nvSpPr>
        <p:spPr>
          <a:xfrm>
            <a:off x="4754880" y="370332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"/>
          <p:cNvSpPr/>
          <p:nvPr/>
        </p:nvSpPr>
        <p:spPr>
          <a:xfrm>
            <a:off x="4846320" y="372160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SRE_ACTION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4846320" y="395935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Single executable kubectl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retrieves and runs this on approval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Prefix "kubectl " stripped before 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8"/>
          <p:cNvCxnSpPr/>
          <p:nvPr/>
        </p:nvCxnSpPr>
        <p:spPr>
          <a:xfrm>
            <a:off x="4389120" y="44348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26A5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2" name="Google Shape;432;p8"/>
          <p:cNvSpPr/>
          <p:nvPr/>
        </p:nvSpPr>
        <p:spPr>
          <a:xfrm>
            <a:off x="4754880" y="434340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4846320" y="436168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Approval Command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4846320" y="459943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/approve &lt;totp&gt; k42a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 = 6-digit Authenticator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validates TOTP before executing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Code Nodes — JavaScript that shapes the data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① Dedup Filter — drop repeat alerts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key separates firing vs resolved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key =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`${alertname}:${namespace}:${status}`;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s = $getWorkflowStaticData('global');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if (s.seen[key] &amp;&amp; now - s.seen[key]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  &lt; 600000)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return [{json:{deduped:true}}];  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drop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s.seen[key] = now;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 // 10-min window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⚡ a run_id label bypasses dedup in tests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② Extract Brief + Signal Plan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PLAN the queries — do NOT run them here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signalMap = {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TargetAppCPUStress: [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{query:`target_chaos_cpu_active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{namespace="${ns}"}`},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{query:`increase(kube_pod_…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_restarts_total[5m])`} ]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};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escalation gate from real status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const confidenceLabel =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status==='firing' ? 'HIGH' : 'LOW';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Code nodes CANNOT make HTTP calls — they only shape data. The AI runs the planned queries via its promql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AI Agent — model + tools + brief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Brain &amp; Brief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ai_languageModel  → Gemini Chat Model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 the reasoning engine (the "brain")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main (text)  → the investigation brief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'Alert: '      + alertname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'Status: '     + firing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'Signals to verify:'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target_chaos_cpu_active{…}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increase(kube_pod_…restarts[5m])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→ the AI runs these live, then reasons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Hands  →  ai_tool  (toolHttpRequest)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kubectl_read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POST mcp-server…:8000/tools/kubectl-read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jsonBody: {"command": "{command}"}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          ↑ the AI fills {command}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promql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POST mcp-server…:8000/tools/promql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parametersBody: query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          ↑ the AI fills query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toolDescription tells the AI WHEN to call it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Three wires into one node: ai_languageModel (brain) · ai_tool (hands) · main (brief in → assessment out).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HTTP Request Nodes — write to MCP &amp; dashboard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⑦ Store Incident  → MCP (SQLite)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POST mcp-server…:8000/incidents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body = JSON.stringify({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alertname, namespace, pod,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command: (output.match(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/SRE_ACTION:\s*(kubectl[^\n]+)/)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||[])[1]?.replace(/^kubectl\s+/i,'')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|| 'none'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→ returns { key:"k42a" }  links S5 → S4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⑧ Send to Dashboard Chat  → SSE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POST clawops-dashboard…/api/chat/send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bodyParameters: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role    = agent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content = 🚨 {alertname} detected!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 + AI assessment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 + /approve &lt;totp&gt; {key}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meta    = {key}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→ broadcast to every browser via SSE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Why HTTP Request nodes (not Code)? n8n's Code sandbox blocks outbound HTTP — these nodes are the only way to call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2026-04-12T18:07:29Z</dcterms:created>
  <dc:creator>PptxGenJS</dc:creator>
</cp:coreProperties>
</file>