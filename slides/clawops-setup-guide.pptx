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SETUP GUIDE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You Begin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298448"/>
            <a:ext cx="2697480" cy="3611880"/>
          </a:xfrm>
          <a:prstGeom prst="rect">
            <a:avLst/>
          </a:prstGeom>
          <a:solidFill>
            <a:srgbClr val="0F1729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74320" y="1298448"/>
            <a:ext cx="269748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13898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2697480" cy="347472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4320" y="19385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— Authenticator 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423160"/>
            <a:ext cx="182880" cy="182880"/>
          </a:xfrm>
          <a:prstGeom prst="ellipse">
            <a:avLst/>
          </a:prstGeom>
          <a:solidFill>
            <a:srgbClr val="00C896">
              <a:alpha val="40000"/>
            </a:srgbClr>
          </a:solidFill>
          <a:ln w="12700">
            <a:solidFill>
              <a:srgbClr val="00C896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8368" y="23957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Authy or Google Authenticator on your phone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063240"/>
            <a:ext cx="182880" cy="182880"/>
          </a:xfrm>
          <a:prstGeom prst="ellipse">
            <a:avLst/>
          </a:prstGeom>
          <a:solidFill>
            <a:srgbClr val="00C896">
              <a:alpha val="40000"/>
            </a:srgbClr>
          </a:solidFill>
          <a:ln w="12700">
            <a:solidFill>
              <a:srgbClr val="00C896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8368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TOTP approval of kubectl write commands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703320"/>
            <a:ext cx="182880" cy="182880"/>
          </a:xfrm>
          <a:prstGeom prst="ellipse">
            <a:avLst/>
          </a:prstGeom>
          <a:solidFill>
            <a:srgbClr val="00C896">
              <a:alpha val="40000"/>
            </a:srgbClr>
          </a:solidFill>
          <a:ln w="12700">
            <a:solidFill>
              <a:srgbClr val="00C896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8368" y="3675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scan a QR code or enter a base32 key manually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343400"/>
            <a:ext cx="182880" cy="182880"/>
          </a:xfrm>
          <a:prstGeom prst="ellipse">
            <a:avLst/>
          </a:prstGeom>
          <a:solidFill>
            <a:srgbClr val="00C896">
              <a:alpha val="40000"/>
            </a:srgbClr>
          </a:solidFill>
          <a:ln w="12700">
            <a:solidFill>
              <a:srgbClr val="00C896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8368" y="4315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Download: App Store / Google Play → search "Authy"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72968" y="1298448"/>
            <a:ext cx="2697480" cy="3611880"/>
          </a:xfrm>
          <a:prstGeom prst="rect">
            <a:avLst/>
          </a:prstGeom>
          <a:solidFill>
            <a:srgbClr val="0F1729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172968" y="1298448"/>
            <a:ext cx="269748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172968" y="13898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3172968" y="1938528"/>
            <a:ext cx="2697480" cy="347472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172968" y="19385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— Credentials from Instructor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0128" y="2423160"/>
            <a:ext cx="182880" cy="18288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557016" y="23957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 of your cluster (e.g. 34.251.255.153)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0128" y="3063240"/>
            <a:ext cx="182880" cy="18288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557016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key (from instructor → paste into n8n)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10128" y="3703320"/>
            <a:ext cx="182880" cy="18288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557016" y="3675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kubeconfig already configured on your box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10128" y="4343400"/>
            <a:ext cx="182880" cy="18288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557016" y="4315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Telegram, no tokens to collect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71616" y="1298448"/>
            <a:ext cx="2697480" cy="3611880"/>
          </a:xfrm>
          <a:prstGeom prst="rect">
            <a:avLst/>
          </a:prstGeom>
          <a:solidFill>
            <a:srgbClr val="0F1729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071616" y="1298448"/>
            <a:ext cx="269748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071616" y="13898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6071616" y="1938528"/>
            <a:ext cx="2697480" cy="347472"/>
          </a:xfrm>
          <a:prstGeom prst="rect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071616" y="193852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— Your Laptop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08776" y="2423160"/>
            <a:ext cx="182880" cy="182880"/>
          </a:xfrm>
          <a:prstGeom prst="ellipse">
            <a:avLst/>
          </a:prstGeom>
          <a:solidFill>
            <a:srgbClr val="FF6B35">
              <a:alpha val="40000"/>
            </a:srgbClr>
          </a:solidFill>
          <a:ln w="12700">
            <a:solidFill>
              <a:srgbClr val="FF6B35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55664" y="23957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browser (Chrome recommended)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08776" y="3063240"/>
            <a:ext cx="182880" cy="182880"/>
          </a:xfrm>
          <a:prstGeom prst="ellipse">
            <a:avLst/>
          </a:prstGeom>
          <a:solidFill>
            <a:srgbClr val="FF6B35">
              <a:alpha val="40000"/>
            </a:srgbClr>
          </a:solidFill>
          <a:ln w="12700">
            <a:solidFill>
              <a:srgbClr val="FF6B35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55664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internet connection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08776" y="3703320"/>
            <a:ext cx="182880" cy="182880"/>
          </a:xfrm>
          <a:prstGeom prst="ellipse">
            <a:avLst/>
          </a:prstGeom>
          <a:solidFill>
            <a:srgbClr val="FF6B35">
              <a:alpha val="40000"/>
            </a:srgbClr>
          </a:solidFill>
          <a:ln w="12700">
            <a:solidFill>
              <a:srgbClr val="FF6B35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455664" y="3675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tools needed — everything runs on your cluster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08776" y="4343400"/>
            <a:ext cx="182880" cy="182880"/>
          </a:xfrm>
          <a:prstGeom prst="ellipse">
            <a:avLst/>
          </a:prstGeom>
          <a:solidFill>
            <a:srgbClr val="FF6B35">
              <a:alpha val="40000"/>
            </a:srgbClr>
          </a:solidFill>
          <a:ln w="12700">
            <a:solidFill>
              <a:srgbClr val="FF6B35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455664" y="4315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client optional — we use browser terminal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5047488"/>
            <a:ext cx="8595360" cy="27432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74320" y="50474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Everything runs in the browser — no kubectl, no Docker install needed on your laptop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SETUP GUIDE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— Access Your Cluster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0" y="475488"/>
            <a:ext cx="1371600" cy="365760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98080" y="475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/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937760" cy="3611880"/>
          </a:xfrm>
          <a:prstGeom prst="rect">
            <a:avLst/>
          </a:prstGeom>
          <a:solidFill>
            <a:srgbClr val="0F1729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74320" y="1298448"/>
            <a:ext cx="493776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4320" y="12984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OPEN IN YOUR BROWSER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847088"/>
            <a:ext cx="466344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1883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 (ttyd)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1396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http://&lt;IP&gt;:5000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193852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terminal — no SSH needed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578608"/>
            <a:ext cx="466344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26151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 Editor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871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http://&lt;IP&gt;:5001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26700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files directly in the browser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310128"/>
            <a:ext cx="466344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8640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Workflows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6027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http://&lt;LB&gt;/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0" y="340156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automation platform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4041648"/>
            <a:ext cx="466344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48640" y="40782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ClawOps Dashboard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3342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http://&lt;LB&gt;/dashboard/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0" y="413308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command center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94960" y="1298448"/>
            <a:ext cx="3474720" cy="3611880"/>
          </a:xfrm>
          <a:prstGeom prst="rect">
            <a:avLst/>
          </a:prstGeom>
          <a:solidFill>
            <a:srgbClr val="0F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394960" y="1298448"/>
            <a:ext cx="347472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394960" y="12984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IN THE TERMINAL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32120" y="1828800"/>
            <a:ext cx="3200400" cy="658368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623560" y="186537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23560" y="228600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 to home directory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532120" y="2560320"/>
            <a:ext cx="3200400" cy="658368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623560" y="259689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yanivomc/n8nWorkShop.git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23560" y="30175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Clone the workshop repo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532120" y="3291840"/>
            <a:ext cx="3200400" cy="658368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623560" y="332841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n8nWorkShop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23560" y="374904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Enter the project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532120" y="4023360"/>
            <a:ext cx="3200400" cy="658368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623560" y="405993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23560" y="448056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structure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4320" y="5047488"/>
            <a:ext cx="8595360" cy="274320"/>
          </a:xfrm>
          <a:prstGeom prst="rect">
            <a:avLst/>
          </a:prstGeom>
          <a:solidFill>
            <a:srgbClr val="00C896">
              <a:alpha val="12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274320" y="50474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&lt;IP&gt; = cluster public IP (terminal / VS Code) · &lt;LB&gt; = ingress URL (n8n + dashboard)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SETUP GUIDE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— Configure Your Environment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0" y="475488"/>
            <a:ext cx="1371600" cy="365760"/>
          </a:xfrm>
          <a:prstGeom prst="rect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98080" y="475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 /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8595360" cy="502920"/>
          </a:xfrm>
          <a:prstGeom prst="rect">
            <a:avLst/>
          </a:prstGeom>
          <a:solidFill>
            <a:srgbClr val="0A0F1E"/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11480" y="129844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~/n8nWorkShop &amp;&amp; ./bootstrap-k8s.sh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19202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bootstrap menu has 8 options — run these in order: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67712"/>
            <a:ext cx="8595360" cy="457200"/>
          </a:xfrm>
          <a:prstGeom prst="rect">
            <a:avLst/>
          </a:prstGeom>
          <a:solidFill>
            <a:srgbClr val="0F1729"/>
          </a:solidFill>
          <a:ln w="19050">
            <a:solidFill>
              <a:srgbClr val="F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74320" y="2267712"/>
            <a:ext cx="457200" cy="457200"/>
          </a:xfrm>
          <a:prstGeom prst="rect">
            <a:avLst/>
          </a:prstGeom>
          <a:solidFill>
            <a:srgbClr val="FF4444">
              <a:alpha val="30000"/>
            </a:srgbClr>
          </a:solidFill>
          <a:ln w="12700">
            <a:solidFill>
              <a:srgbClr val="FF4444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43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23042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1 — Full Bootstrap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251460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the whole stack on your cluster: ingress, monitoring, n8n, MCP, dashboard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0" y="2359152"/>
            <a:ext cx="594360" cy="256032"/>
          </a:xfrm>
          <a:prstGeom prst="rect">
            <a:avLst/>
          </a:prstGeom>
          <a:solidFill>
            <a:srgbClr val="FF4444">
              <a:alpha val="25000"/>
            </a:srgbClr>
          </a:solidFill>
          <a:ln w="12700">
            <a:solidFill>
              <a:srgbClr val="FF4444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0" y="23591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2798064"/>
            <a:ext cx="8595360" cy="457200"/>
          </a:xfrm>
          <a:prstGeom prst="rect">
            <a:avLst/>
          </a:prstGeom>
          <a:solidFill>
            <a:srgbClr val="0F1729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74320" y="2798064"/>
            <a:ext cx="457200" cy="457200"/>
          </a:xfrm>
          <a:prstGeom prst="rect">
            <a:avLst/>
          </a:prstGeom>
          <a:solidFill>
            <a:srgbClr val="00C896">
              <a:alpha val="30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432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28346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7 — Validate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3044952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health checks — every service must pass 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29600" y="2889504"/>
            <a:ext cx="594360" cy="256032"/>
          </a:xfrm>
          <a:prstGeom prst="rect">
            <a:avLst/>
          </a:prstGeom>
          <a:solidFill>
            <a:srgbClr val="FF4444">
              <a:alpha val="25000"/>
            </a:srgbClr>
          </a:solidFill>
          <a:ln w="12700">
            <a:solidFill>
              <a:srgbClr val="FF4444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29600" y="28895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328416"/>
            <a:ext cx="8595360" cy="457200"/>
          </a:xfrm>
          <a:prstGeom prst="rect">
            <a:avLst/>
          </a:prstGeom>
          <a:solidFill>
            <a:srgbClr val="0F1729"/>
          </a:solidFill>
          <a:ln w="6350">
            <a:solidFill>
              <a:srgbClr val="8892A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74320" y="3328416"/>
            <a:ext cx="457200" cy="457200"/>
          </a:xfrm>
          <a:prstGeom prst="rect">
            <a:avLst/>
          </a:prstGeom>
          <a:solidFill>
            <a:srgbClr val="8892A4">
              <a:alpha val="12000"/>
            </a:srgbClr>
          </a:solidFill>
          <a:ln w="12700">
            <a:solidFill>
              <a:srgbClr val="8892A4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7432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4672" y="33649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2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— Owner + Gemini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" y="3575304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n8n at http://&lt;LB&gt;/, create the owner account, add your Gemini API key credential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858768"/>
            <a:ext cx="8595360" cy="457200"/>
          </a:xfrm>
          <a:prstGeom prst="rect">
            <a:avLst/>
          </a:prstGeom>
          <a:solidFill>
            <a:srgbClr val="0F1729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274320" y="3858768"/>
            <a:ext cx="457200" cy="45720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7432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" y="38953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— Import Workflows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" y="410565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n8n: Workflows → Import from File → import each n8n-workflows/*.json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229600" y="3950208"/>
            <a:ext cx="594360" cy="256032"/>
          </a:xfrm>
          <a:prstGeom prst="rect">
            <a:avLst/>
          </a:prstGeom>
          <a:solidFill>
            <a:srgbClr val="FF4444">
              <a:alpha val="25000"/>
            </a:srgbClr>
          </a:solidFill>
          <a:ln w="12700">
            <a:solidFill>
              <a:srgbClr val="FF4444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229600" y="395020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4389120"/>
            <a:ext cx="8595360" cy="457200"/>
          </a:xfrm>
          <a:prstGeom prst="rect">
            <a:avLst/>
          </a:prstGeom>
          <a:solidFill>
            <a:srgbClr val="0F1729"/>
          </a:solidFill>
          <a:ln w="19050">
            <a:solidFill>
              <a:srgbClr val="7B2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74320" y="4389120"/>
            <a:ext cx="457200" cy="457200"/>
          </a:xfrm>
          <a:prstGeom prst="rect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743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04672" y="44256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5 — Show TOTP / QR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" y="4636008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approval secret + QR code — scan it in Authy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229600" y="4480560"/>
            <a:ext cx="594360" cy="256032"/>
          </a:xfrm>
          <a:prstGeom prst="rect">
            <a:avLst/>
          </a:prstGeom>
          <a:solidFill>
            <a:srgbClr val="FF4444">
              <a:alpha val="25000"/>
            </a:srgbClr>
          </a:solidFill>
          <a:ln w="12700">
            <a:solidFill>
              <a:srgbClr val="FF4444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229600" y="4480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SETUP GUIDE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 — Set Up TOTP Authentication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0" y="475488"/>
            <a:ext cx="1371600" cy="365760"/>
          </a:xfrm>
          <a:prstGeom prst="rect">
            <a:avLst/>
          </a:prstGeom>
          <a:solidFill>
            <a:srgbClr val="7B2FFF">
              <a:alpha val="25000"/>
            </a:srgbClr>
          </a:solidFill>
          <a:ln w="12700">
            <a:solidFill>
              <a:srgbClr val="7B2FFF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98080" y="475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B2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 /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3931920" cy="3611880"/>
          </a:xfrm>
          <a:prstGeom prst="rect">
            <a:avLst/>
          </a:prstGeom>
          <a:solidFill>
            <a:srgbClr val="0F1729"/>
          </a:solidFill>
          <a:ln w="19050">
            <a:solidFill>
              <a:srgbClr val="7B2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74320" y="1298448"/>
            <a:ext cx="393192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7B2F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4320" y="12984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B2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 WHY TOTP?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8470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Time-based: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64208" y="18470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changes every 30 seconds — can't be replayed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4323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passwords: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64208" y="24323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someone intercepts your message, the code is already expired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0175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gate: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64208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kubectl write command requires a valid TOTP code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027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64208" y="3602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approved what, when — logged in SQLite with approvedBy field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1879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standard: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64208" y="41879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mechanism used by AWS, GitHub, Google for 2FA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0560" y="1298448"/>
            <a:ext cx="4389120" cy="3611880"/>
          </a:xfrm>
          <a:prstGeom prst="rect">
            <a:avLst/>
          </a:prstGeom>
          <a:solidFill>
            <a:srgbClr val="0F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480560" y="1298448"/>
            <a:ext cx="438912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480560" y="129844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📲  HOW TO SET UP AUTHY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1883664"/>
            <a:ext cx="274320" cy="27432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17720" y="1883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8"/>
                </a:solidFill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18470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Authy on your phone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 Store or Google Play)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2487168"/>
            <a:ext cx="274320" cy="27432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1772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8"/>
                </a:solidFill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24505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Authy → Add Account → Enter key manually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3090672"/>
            <a:ext cx="274320" cy="27432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61772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8"/>
                </a:solidFill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30540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TOTP secret from bootstrap option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(32-char base32 string like W27BDF...)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694176"/>
            <a:ext cx="274320" cy="27432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617720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8"/>
                </a:solidFill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3657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"ClawOps Workshop"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digits to 6, period to 30s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4297680"/>
            <a:ext cx="274320" cy="274320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61772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8"/>
                </a:solidFill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83480" y="42611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approve writes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/approve &lt;totp&gt; &lt;key&gt; in the dashboard chat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5047488"/>
            <a:ext cx="8595360" cy="274320"/>
          </a:xfrm>
          <a:prstGeom prst="rect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74320" y="50474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 Your TOTP secret is shown by ./bootstrap-k8s.sh option 5 (generated inside the MCP pod)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SETUP GUIDE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 — Validate Your Setup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0" y="475488"/>
            <a:ext cx="1371600" cy="365760"/>
          </a:xfrm>
          <a:prstGeom prst="rect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98080" y="475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 /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859536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00C89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11480" y="12984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./bootstrap-k8s.sh → option 7 (Validate)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874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 must show ✅ PASS before starting the workshop: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4160520" cy="1261872"/>
          </a:xfrm>
          <a:prstGeom prst="rect">
            <a:avLst/>
          </a:prstGeom>
          <a:solidFill>
            <a:srgbClr val="0F1729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74320" y="2212848"/>
            <a:ext cx="4160520" cy="292608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" y="22128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EC2 connectivity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7744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K8s cluster reachable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9626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kubectl configured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77440" y="29626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workshop namespace exists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212848"/>
            <a:ext cx="4160520" cy="1261872"/>
          </a:xfrm>
          <a:prstGeom prst="rect">
            <a:avLst/>
          </a:prstGeom>
          <a:solidFill>
            <a:srgbClr val="0F1729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709160" y="2212848"/>
            <a:ext cx="4160520" cy="292608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800600" y="22128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n8n pod running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1228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mcp-server pod running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29626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MCP health endpoint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12280" y="29626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dashboard pod running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630168"/>
            <a:ext cx="4160520" cy="1261872"/>
          </a:xfrm>
          <a:prstGeom prst="rect">
            <a:avLst/>
          </a:prstGeom>
          <a:solidFill>
            <a:srgbClr val="0F1729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74320" y="3630168"/>
            <a:ext cx="4160520" cy="292608"/>
          </a:xfrm>
          <a:prstGeom prst="rect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65760" y="36301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Prometheus LB reachable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7744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Grafana LB reachable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379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Alertmanager LB reachable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77440" y="4379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Alert rules loaded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630168"/>
            <a:ext cx="4160520" cy="1261872"/>
          </a:xfrm>
          <a:prstGeom prst="rect">
            <a:avLst/>
          </a:prstGeom>
          <a:solidFill>
            <a:srgbClr val="0F1729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4709160" y="3630168"/>
            <a:ext cx="4160520" cy="292608"/>
          </a:xfrm>
          <a:prstGeom prst="rect">
            <a:avLst/>
          </a:prstGeom>
          <a:solidFill>
            <a:srgbClr val="7B2FFF">
              <a:alpha val="20000"/>
            </a:srgbClr>
          </a:solidFill>
          <a:ln w="12700">
            <a:solidFill>
              <a:srgbClr val="7B2FFF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800600" y="36301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chaos-loader sidecar healthy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12280" y="3977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event-watcher healthy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4379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linux-mcp-server healthy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12280" y="4379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ingress LB reachable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00600" y="4782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dashboard accessible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5047488"/>
            <a:ext cx="8595360" cy="274320"/>
          </a:xfrm>
          <a:prstGeom prst="rect">
            <a:avLst/>
          </a:prstGeom>
          <a:solidFill>
            <a:srgbClr val="FF4444">
              <a:alpha val="12000"/>
            </a:srgbClr>
          </a:solidFill>
          <a:ln w="12700">
            <a:solidFill>
              <a:srgbClr val="FF4444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74320" y="50474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If a check fails → run ./bootstrap-k8s.sh option 2 (update configs + restart), then option 7 again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SETUP GUIDE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5 — Your Command Center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98080" y="475488"/>
            <a:ext cx="1371600" cy="365760"/>
          </a:xfrm>
          <a:prstGeom prst="rect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98080" y="475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5 / 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5486400" cy="3611880"/>
          </a:xfrm>
          <a:prstGeom prst="rect">
            <a:avLst/>
          </a:prstGeom>
          <a:solidFill>
            <a:srgbClr val="0F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4320" y="2834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[Dashboard Screenshot Here]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13533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ClawOps Incident Command Dashboard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1298448"/>
            <a:ext cx="2926080" cy="3611880"/>
          </a:xfrm>
          <a:prstGeom prst="rect">
            <a:avLst/>
          </a:prstGeom>
          <a:solidFill>
            <a:srgbClr val="0F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943600" y="1298448"/>
            <a:ext cx="2926080" cy="38404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0" y="12984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🗺️  DASHBOARD GUIDE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178308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8013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nav: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19842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Prometheus, Grafana, Alertmanager, n8n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035040" y="22219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bar: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242316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connected · instances alive · active alerts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035040" y="266090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2679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Registered Instances: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28620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Auto-registered target-app pods — auto-refresh every 5s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035040" y="309981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311810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Chaos Scenarios: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330098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inject: CPU, Memory, Error Rate, Latency, Crash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35040" y="35387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🚨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35570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Alerts: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37398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Alertmanager feed — only workshop=true alerts shown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0" y="39776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0" y="39959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2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 Audit: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41788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incidents — key, status, command, resolved_at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035040" y="441655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📜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44348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2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Tabs: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46177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TERMINAL (shell) · CHAT (AI + /approve) · MONITOR (K8s events)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5047488"/>
            <a:ext cx="8595360" cy="274320"/>
          </a:xfrm>
          <a:prstGeom prst="rect">
            <a:avLst/>
          </a:prstGeom>
          <a:solidFill>
            <a:srgbClr val="00C896">
              <a:alpha val="12000"/>
            </a:srgbClr>
          </a:solidFill>
          <a:ln w="12700">
            <a:solidFill>
              <a:srgbClr val="00C896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274320" y="504748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You're ready! Dashboard: http://&lt;LB&gt;/dashboard/ — the CHAT tab is where you approve incidents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SETUP GUIDE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Reference Card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261872"/>
            <a:ext cx="4114800" cy="2240280"/>
          </a:xfrm>
          <a:prstGeom prst="rect">
            <a:avLst/>
          </a:prstGeom>
          <a:solidFill>
            <a:srgbClr val="0F1729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74320" y="1261872"/>
            <a:ext cx="411480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0D4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12618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SERVICE URLS  (&lt;IP&gt; = cluster IP · &lt;LB&gt; = ingress URL)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1691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http://&lt;IP&gt;:5000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9751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19751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http://&lt;LB&gt;/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258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Docs: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7320" y="22585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http://&lt;LB&gt;/mcp/docs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542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2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2542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http://&lt;LB&gt;/dashboard/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8254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17320" y="28254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http://&lt;LB&gt;/prometheus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1089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1732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http://&lt;LB&gt;/grafana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261872"/>
            <a:ext cx="4206240" cy="2240280"/>
          </a:xfrm>
          <a:prstGeom prst="rect">
            <a:avLst/>
          </a:prstGeom>
          <a:solidFill>
            <a:srgbClr val="0F1729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663440" y="1261872"/>
            <a:ext cx="420624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7B2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663440" y="1261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2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CREDENTIALS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login: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72200" y="1691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 auth: admin / changeme123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0600" y="1975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72200" y="1975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/ workshop123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00600" y="2258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2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TOTP secret: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72200" y="2258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shown by bootstrap option 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00600" y="2542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Write Token: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72200" y="2542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WRITE_APPROVAL_TOKEN (mcp-secrets)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00600" y="28254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owner: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2825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account you create in n8n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00600" y="3108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Key: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3108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n8n → Settings → API → Create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611880"/>
            <a:ext cx="8595360" cy="1536192"/>
          </a:xfrm>
          <a:prstGeom prst="rect">
            <a:avLst/>
          </a:prstGeom>
          <a:solidFill>
            <a:srgbClr val="0F1729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74320" y="3611880"/>
            <a:ext cx="8595360" cy="347472"/>
          </a:xfrm>
          <a:prstGeom prst="rect">
            <a:avLst/>
          </a:prstGeom>
          <a:solidFill>
            <a:srgbClr val="0D1F3C"/>
          </a:solidFill>
          <a:ln w="12700">
            <a:solidFill>
              <a:srgbClr val="00C89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74320" y="36118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KEY COMMANDS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4041648"/>
            <a:ext cx="4160520" cy="411480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84632" y="405993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~/n8nWorkShop &amp;&amp; ./bootstrap-k8s.sh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4632" y="4279392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Bootstrap / setup menu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754880" y="4041648"/>
            <a:ext cx="4160520" cy="411480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828032" y="405993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logs -n clawops deploy/n8n -f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28032" y="4279392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Watch n8n logs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11480" y="4544568"/>
            <a:ext cx="4160520" cy="411480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84632" y="45628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get pods -n workshop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4632" y="4782312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cluster state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754880" y="4544568"/>
            <a:ext cx="4160520" cy="411480"/>
          </a:xfrm>
          <a:prstGeom prst="rect">
            <a:avLst/>
          </a:prstGeom>
          <a:solidFill>
            <a:srgbClr val="0A0F1E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828032" y="45628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./k8s/scenarios/force-s5-test.sh TargetAppCPUStress test-001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828032" y="4782312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S5 without real alert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74320" y="5257800"/>
            <a:ext cx="8595360" cy="256032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74320" y="52578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Get the LB URL: kubectl get svc ingress-nginx-controller -n ingress-nginx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2026-04-12T18:28:46Z</dcterms:created>
  <dcterms:modified xsi:type="dcterms:W3CDTF">2026-04-12T18:28:46Z</dcterms:modified>
</cp:coreProperties>
</file>